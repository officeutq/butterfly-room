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8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5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3CBA-87A4-4188-B477-F93FD70F83A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601A-BCCD-4B75-B09B-B1CC824789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788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3CBA-87A4-4188-B477-F93FD70F83A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601A-BCCD-4B75-B09B-B1CC824789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226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3CBA-87A4-4188-B477-F93FD70F83A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601A-BCCD-4B75-B09B-B1CC824789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083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3CBA-87A4-4188-B477-F93FD70F83A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601A-BCCD-4B75-B09B-B1CC824789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8977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3CBA-87A4-4188-B477-F93FD70F83A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601A-BCCD-4B75-B09B-B1CC824789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8882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3CBA-87A4-4188-B477-F93FD70F83A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601A-BCCD-4B75-B09B-B1CC824789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179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3CBA-87A4-4188-B477-F93FD70F83A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601A-BCCD-4B75-B09B-B1CC824789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39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3CBA-87A4-4188-B477-F93FD70F83A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601A-BCCD-4B75-B09B-B1CC824789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489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3CBA-87A4-4188-B477-F93FD70F83A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601A-BCCD-4B75-B09B-B1CC824789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368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3CBA-87A4-4188-B477-F93FD70F83A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601A-BCCD-4B75-B09B-B1CC824789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8462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33CBA-87A4-4188-B477-F93FD70F83A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601A-BCCD-4B75-B09B-B1CC824789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1608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33CBA-87A4-4188-B477-F93FD70F83A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2601A-BCCD-4B75-B09B-B1CC824789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445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983"/>
          </a:xfrm>
        </p:spPr>
        <p:txBody>
          <a:bodyPr>
            <a:normAutofit/>
          </a:bodyPr>
          <a:lstStyle/>
          <a:p>
            <a:r>
              <a:rPr kumimoji="1"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決済フロー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039070" y="1238228"/>
            <a:ext cx="2487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①サイト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TOP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/>
          <p:cNvSpPr/>
          <p:nvPr/>
        </p:nvSpPr>
        <p:spPr>
          <a:xfrm>
            <a:off x="609600" y="1921164"/>
            <a:ext cx="7870239" cy="4230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スクリーンショット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9550399" y="1921164"/>
            <a:ext cx="2336800" cy="423025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ログインボタンを押下します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B0BD8B5-67F8-9C46-09E3-E005D9AB3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21164"/>
            <a:ext cx="7870239" cy="423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874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1090861" y="1283264"/>
            <a:ext cx="1685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②ログイン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タイトル 3"/>
          <p:cNvSpPr txBox="1">
            <a:spLocks/>
          </p:cNvSpPr>
          <p:nvPr/>
        </p:nvSpPr>
        <p:spPr>
          <a:xfrm>
            <a:off x="838200" y="365125"/>
            <a:ext cx="10515600" cy="59698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決済フロー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609600" y="1921164"/>
            <a:ext cx="7870241" cy="4230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スクリーンショット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9550399" y="1921164"/>
            <a:ext cx="2336800" cy="423025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ログイン情報を入力し、ログインボタンを押下します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DBD7AAF-44AF-F84F-9695-7276F29BB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921164"/>
            <a:ext cx="7870240" cy="423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842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1060389" y="1331393"/>
            <a:ext cx="3280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③トップページ</a:t>
            </a:r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タイトル 3"/>
          <p:cNvSpPr txBox="1">
            <a:spLocks/>
          </p:cNvSpPr>
          <p:nvPr/>
        </p:nvSpPr>
        <p:spPr>
          <a:xfrm>
            <a:off x="838200" y="365125"/>
            <a:ext cx="10515600" cy="59698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決済フロー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609600" y="1921164"/>
            <a:ext cx="7870241" cy="4230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スクリーンショット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9550399" y="1921164"/>
            <a:ext cx="2336800" cy="423025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画面右上部のポイントが現在の所持ポイントです。ポイントを押下します。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5C8CE72-1ECE-5908-1A06-4BDA75BE9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921164"/>
            <a:ext cx="7870240" cy="423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62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1025318" y="1307027"/>
            <a:ext cx="25306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④購入ポイント選択画面</a:t>
            </a:r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タイトル 3"/>
          <p:cNvSpPr txBox="1">
            <a:spLocks/>
          </p:cNvSpPr>
          <p:nvPr/>
        </p:nvSpPr>
        <p:spPr>
          <a:xfrm>
            <a:off x="838200" y="365125"/>
            <a:ext cx="10515600" cy="59698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決済フロー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609600" y="1921164"/>
            <a:ext cx="7874525" cy="4230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スクリーンショット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9550399" y="1921164"/>
            <a:ext cx="2336800" cy="423025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購入するポイント数を選択し、購入するボタンを押下します。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7F69CD9-4562-38B8-81F7-1909545F7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921164"/>
            <a:ext cx="7874524" cy="423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8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1042735" y="1300152"/>
            <a:ext cx="1685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⑤支払方法選択</a:t>
            </a:r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タイトル 3"/>
          <p:cNvSpPr txBox="1">
            <a:spLocks/>
          </p:cNvSpPr>
          <p:nvPr/>
        </p:nvSpPr>
        <p:spPr>
          <a:xfrm>
            <a:off x="838200" y="365125"/>
            <a:ext cx="10515600" cy="59698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決済フロー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609600" y="1921164"/>
            <a:ext cx="7870241" cy="4230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スクリーンショット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9550399" y="1921164"/>
            <a:ext cx="2336800" cy="423025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支払方法を選択し、支払うボタンを押下します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785FC9D-D911-9583-8706-638451B2C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921165"/>
            <a:ext cx="7870240" cy="423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26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1103050" y="1286401"/>
            <a:ext cx="1685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⑥注文完了画面</a:t>
            </a:r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タイトル 3"/>
          <p:cNvSpPr txBox="1">
            <a:spLocks/>
          </p:cNvSpPr>
          <p:nvPr/>
        </p:nvSpPr>
        <p:spPr>
          <a:xfrm>
            <a:off x="838200" y="365125"/>
            <a:ext cx="10515600" cy="59698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決済フロー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609601" y="1921164"/>
            <a:ext cx="7870238" cy="4230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スクリーンショット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9550399" y="1921164"/>
            <a:ext cx="2336800" cy="423025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決済後、処理が完了した時点で、所持ポイントに購入したポイントが加算されます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E86DDE7-CBE7-7835-AB86-04269613C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21163"/>
            <a:ext cx="7870238" cy="423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043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112</Words>
  <Application>Microsoft Office PowerPoint</Application>
  <PresentationFormat>ワイド画面</PresentationFormat>
  <Paragraphs>24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メイリオ</vt:lpstr>
      <vt:lpstr>游ゴシック</vt:lpstr>
      <vt:lpstr>游ゴシック Light</vt:lpstr>
      <vt:lpstr>Arial</vt:lpstr>
      <vt:lpstr>Office テーマ</vt:lpstr>
      <vt:lpstr>決済フロー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決済フロー（サンプル）</dc:title>
  <dc:creator>Haruka Aoki</dc:creator>
  <cp:lastModifiedBy>浩二 坂本</cp:lastModifiedBy>
  <cp:revision>9</cp:revision>
  <dcterms:created xsi:type="dcterms:W3CDTF">2022-04-05T02:51:18Z</dcterms:created>
  <dcterms:modified xsi:type="dcterms:W3CDTF">2026-05-13T05:18:12Z</dcterms:modified>
</cp:coreProperties>
</file>